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3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Alberto Velasco Cedeño" userId="22b9f451-0a78-47ca-8fc6-08380b4c1da1" providerId="ADAL" clId="{6C342887-56B8-4208-B7EB-DFDCEA5E8F87}"/>
    <pc:docChg chg="modSld">
      <pc:chgData name="Daniel Alberto Velasco Cedeño" userId="22b9f451-0a78-47ca-8fc6-08380b4c1da1" providerId="ADAL" clId="{6C342887-56B8-4208-B7EB-DFDCEA5E8F87}" dt="2024-10-22T23:39:33.752" v="7" actId="14100"/>
      <pc:docMkLst>
        <pc:docMk/>
      </pc:docMkLst>
      <pc:sldChg chg="addSp modSp mod">
        <pc:chgData name="Daniel Alberto Velasco Cedeño" userId="22b9f451-0a78-47ca-8fc6-08380b4c1da1" providerId="ADAL" clId="{6C342887-56B8-4208-B7EB-DFDCEA5E8F87}" dt="2024-10-22T23:39:33.752" v="7" actId="14100"/>
        <pc:sldMkLst>
          <pc:docMk/>
          <pc:sldMk cId="414876365" sldId="256"/>
        </pc:sldMkLst>
        <pc:picChg chg="mod">
          <ac:chgData name="Daniel Alberto Velasco Cedeño" userId="22b9f451-0a78-47ca-8fc6-08380b4c1da1" providerId="ADAL" clId="{6C342887-56B8-4208-B7EB-DFDCEA5E8F87}" dt="2024-10-22T23:39:27.945" v="5" actId="1076"/>
          <ac:picMkLst>
            <pc:docMk/>
            <pc:sldMk cId="414876365" sldId="256"/>
            <ac:picMk id="5" creationId="{FE425451-A3EA-1F0A-19A3-393D6C3F7E4F}"/>
          </ac:picMkLst>
        </pc:picChg>
        <pc:picChg chg="add mod">
          <ac:chgData name="Daniel Alberto Velasco Cedeño" userId="22b9f451-0a78-47ca-8fc6-08380b4c1da1" providerId="ADAL" clId="{6C342887-56B8-4208-B7EB-DFDCEA5E8F87}" dt="2024-10-22T23:39:33.752" v="7" actId="14100"/>
          <ac:picMkLst>
            <pc:docMk/>
            <pc:sldMk cId="414876365" sldId="256"/>
            <ac:picMk id="7" creationId="{611AB3DC-AB14-9B8A-6F30-B9EFC4CD430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01FC53-4497-0324-DAB6-A012C84A73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9963B6-E503-C9B3-AC61-3AA40D33DE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CDEBEE-5B0A-A117-48E7-50692A3BA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DE49B-1332-4D25-A933-B8E636E76D1F}" type="datetimeFigureOut">
              <a:rPr lang="es-EC" smtClean="0"/>
              <a:t>22/10/2024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14F60B-48EA-E2CC-76F4-5F6141108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08295B-5C06-8658-0290-41B6DC2B8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E810-142B-4229-B519-5958C059D8E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72131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52A71-05F5-5AB8-F66A-E3FFB4072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C82ABD-84CF-0939-A1E4-A35C4CA94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50BCF1-8465-975D-CC15-DFBA41E8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DE49B-1332-4D25-A933-B8E636E76D1F}" type="datetimeFigureOut">
              <a:rPr lang="es-EC" smtClean="0"/>
              <a:t>22/10/2024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C31F38-2E40-50D2-F95F-721873211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914247-7CC9-6E38-3B09-5CC596F0A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E810-142B-4229-B519-5958C059D8E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9160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CB28A-1FD2-EDE0-293F-A0B15074F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121B94-79B6-F19E-9DF1-8A09BECFE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D8B964-AA7D-3280-D016-D5BBDC29B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DE49B-1332-4D25-A933-B8E636E76D1F}" type="datetimeFigureOut">
              <a:rPr lang="es-EC" smtClean="0"/>
              <a:t>22/10/2024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A44270-0B84-C3F8-96C4-D439A83E8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26335A-9D09-8D96-CB90-97950BF5C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E810-142B-4229-B519-5958C059D8E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07132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9C5DA-0A80-8CAB-EAA7-FEC557A28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016CDF-812B-71E6-67BA-57C9107E3B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A21618-9CD4-DC62-4DAF-627523AE2A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477662-8EEC-C906-BBDB-2619C531B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DE49B-1332-4D25-A933-B8E636E76D1F}" type="datetimeFigureOut">
              <a:rPr lang="es-EC" smtClean="0"/>
              <a:t>22/10/2024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AF30C1-4381-D3E6-9A93-87878AF94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328C5D3-F983-0DC5-DF5F-6F5331E1D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E810-142B-4229-B519-5958C059D8E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43101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C62A47-4593-9AAA-5B2C-440C2D166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E3A3FB-E34B-FCD0-A230-D5EBD744B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2B1636A-4A1A-0A19-B969-925751478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861EAEF-B7BF-5656-94C1-8CD8E390BC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69F016D-8255-FEBB-4CFA-B2CB4B124E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2E00FC9-AE91-FC47-F45E-AA08CD745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DE49B-1332-4D25-A933-B8E636E76D1F}" type="datetimeFigureOut">
              <a:rPr lang="es-EC" smtClean="0"/>
              <a:t>22/10/2024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1EF1F1F-893E-CA1C-AEAE-CC9D1CA06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72C66BC-6476-7FED-1570-89DC90FC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E810-142B-4229-B519-5958C059D8E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60595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470018-5E2B-D353-2BEA-75DD1E619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F538F9A-CAB4-E67E-5F77-F243EE76B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DE49B-1332-4D25-A933-B8E636E76D1F}" type="datetimeFigureOut">
              <a:rPr lang="es-EC" smtClean="0"/>
              <a:t>22/10/2024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BAD7F22-8C35-D1B0-C13F-9BC345A8B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A5772A7-70BD-60B4-ACF4-8DF550897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E810-142B-4229-B519-5958C059D8E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54648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E900B8B-6FDB-D74A-69C3-9A844AE10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DE49B-1332-4D25-A933-B8E636E76D1F}" type="datetimeFigureOut">
              <a:rPr lang="es-EC" smtClean="0"/>
              <a:t>22/10/2024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5EC4187-851F-E994-6B7E-2208D0543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4F6C47-E013-7EC1-7B2A-268793204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E810-142B-4229-B519-5958C059D8E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31614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DEF495-5232-693B-E600-233A24BD3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58CC7D-A1B2-05F9-C922-523F51E10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E24D323-A9DC-7213-DF4F-9002D7365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8AC462-B085-82FC-8F89-C82B40C59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DE49B-1332-4D25-A933-B8E636E76D1F}" type="datetimeFigureOut">
              <a:rPr lang="es-EC" smtClean="0"/>
              <a:t>22/10/2024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75E6C3F-41C4-9115-7A1C-3106A0392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CA96B7-78D4-F0E8-2439-127C3A4E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E810-142B-4229-B519-5958C059D8E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29709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13DC58-2016-3305-CED4-EA84CB3BE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92DAEAC-4E00-0849-5B39-AE4CAEA107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918817-95AD-086B-10A3-2036A2944A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D25A27-A100-1885-E18D-4944CC080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DE49B-1332-4D25-A933-B8E636E76D1F}" type="datetimeFigureOut">
              <a:rPr lang="es-EC" smtClean="0"/>
              <a:t>22/10/2024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99C8B7-D71A-88A4-8967-3FA41D641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55BA2D-6DD3-4B4E-F89D-1E5FE5EA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E810-142B-4229-B519-5958C059D8E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47423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C5713C-5C4C-D0F3-034D-A516EB90A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8B638AB-C250-F751-DFB8-533F8C560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5F4690-2481-877D-5A55-5A0D40CD4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DE49B-1332-4D25-A933-B8E636E76D1F}" type="datetimeFigureOut">
              <a:rPr lang="es-EC" smtClean="0"/>
              <a:t>22/10/2024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62307E-24CD-DC1E-13E8-BF4D970C5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451C4B-E853-E225-F9E4-486EE70F5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E810-142B-4229-B519-5958C059D8E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16518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15392EF-5BF7-701D-24D7-B31287E8F1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90993F9-6FD3-5F6D-B7C8-53744574C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553BDA-54C2-291F-4D95-65FFD4781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DE49B-1332-4D25-A933-B8E636E76D1F}" type="datetimeFigureOut">
              <a:rPr lang="es-EC" smtClean="0"/>
              <a:t>22/10/2024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F1A06C-3040-E65D-569A-EA71492B7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0A73BE-357F-DBE4-0606-3FFB82605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E810-142B-4229-B519-5958C059D8E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39919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C694031-5904-6D21-E307-3C6CFAAAD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0E584CA-7928-59F2-CF6D-010CE2EFB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9B7450-18A0-8637-87CA-B5335582F0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7DE49B-1332-4D25-A933-B8E636E76D1F}" type="datetimeFigureOut">
              <a:rPr lang="es-EC" smtClean="0"/>
              <a:t>22/10/2024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7BAC4F-BB34-CFBF-E51F-E1CEFDDEC9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BB96D3-9066-9792-5D33-709D8B420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0E810-142B-4229-B519-5958C059D8E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30492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6AEB0E-623B-8F1A-79D0-BB200A38E8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0683DD-C4FD-CFDC-EBBE-6B513D9E75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E425451-A3EA-1F0A-19A3-393D6C3F7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4775" y="637098"/>
            <a:ext cx="5857568" cy="533024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11AB3DC-AB14-9B8A-6F30-B9EFC4CD4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2793" y="637099"/>
            <a:ext cx="7023982" cy="533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763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Velasco</dc:creator>
  <cp:lastModifiedBy>Daniel Velasco</cp:lastModifiedBy>
  <cp:revision>1</cp:revision>
  <dcterms:created xsi:type="dcterms:W3CDTF">2024-10-22T23:37:40Z</dcterms:created>
  <dcterms:modified xsi:type="dcterms:W3CDTF">2024-10-22T23:39:40Z</dcterms:modified>
</cp:coreProperties>
</file>